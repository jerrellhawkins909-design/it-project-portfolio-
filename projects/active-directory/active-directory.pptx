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ell Hawkins" userId="2b91d6878779dae4" providerId="LiveId" clId="{31B72B40-BADD-4D58-9B12-BD4E9B0D33E0}"/>
    <pc:docChg chg="custSel modSld">
      <pc:chgData name="Jerrell Hawkins" userId="2b91d6878779dae4" providerId="LiveId" clId="{31B72B40-BADD-4D58-9B12-BD4E9B0D33E0}" dt="2026-08-12T19:25:58.616" v="182" actId="20577"/>
      <pc:docMkLst>
        <pc:docMk/>
      </pc:docMkLst>
      <pc:sldChg chg="modSp mod modNotesTx">
        <pc:chgData name="Jerrell Hawkins" userId="2b91d6878779dae4" providerId="LiveId" clId="{31B72B40-BADD-4D58-9B12-BD4E9B0D33E0}" dt="2026-08-12T19:22:08.250" v="163" actId="20577"/>
        <pc:sldMkLst>
          <pc:docMk/>
          <pc:sldMk cId="1240410534" sldId="256"/>
        </pc:sldMkLst>
        <pc:spChg chg="mod">
          <ac:chgData name="Jerrell Hawkins" userId="2b91d6878779dae4" providerId="LiveId" clId="{31B72B40-BADD-4D58-9B12-BD4E9B0D33E0}" dt="2026-08-12T19:13:00.360" v="143" actId="313"/>
          <ac:spMkLst>
            <pc:docMk/>
            <pc:sldMk cId="1240410534" sldId="256"/>
            <ac:spMk id="10" creationId="{37FD3197-0536-4191-8FB4-9D202DA836F7}"/>
          </ac:spMkLst>
        </pc:spChg>
      </pc:sldChg>
      <pc:sldChg chg="modSp mod modNotesTx">
        <pc:chgData name="Jerrell Hawkins" userId="2b91d6878779dae4" providerId="LiveId" clId="{31B72B40-BADD-4D58-9B12-BD4E9B0D33E0}" dt="2026-08-12T19:22:19.953" v="164" actId="20577"/>
        <pc:sldMkLst>
          <pc:docMk/>
          <pc:sldMk cId="1845617196" sldId="257"/>
        </pc:sldMkLst>
        <pc:spChg chg="mod">
          <ac:chgData name="Jerrell Hawkins" userId="2b91d6878779dae4" providerId="LiveId" clId="{31B72B40-BADD-4D58-9B12-BD4E9B0D33E0}" dt="2026-08-12T16:08:50.637" v="140" actId="20577"/>
          <ac:spMkLst>
            <pc:docMk/>
            <pc:sldMk cId="1845617196" sldId="257"/>
            <ac:spMk id="3" creationId="{5F0B2F66-3CD9-4976-ACF2-2406FEC583EC}"/>
          </ac:spMkLst>
        </pc:spChg>
      </pc:sldChg>
      <pc:sldChg chg="modSp mod modNotesTx">
        <pc:chgData name="Jerrell Hawkins" userId="2b91d6878779dae4" providerId="LiveId" clId="{31B72B40-BADD-4D58-9B12-BD4E9B0D33E0}" dt="2026-08-12T19:22:23.470" v="165" actId="20577"/>
        <pc:sldMkLst>
          <pc:docMk/>
          <pc:sldMk cId="126642496" sldId="258"/>
        </pc:sldMkLst>
        <pc:spChg chg="mod">
          <ac:chgData name="Jerrell Hawkins" userId="2b91d6878779dae4" providerId="LiveId" clId="{31B72B40-BADD-4D58-9B12-BD4E9B0D33E0}" dt="2026-08-12T16:08:29.279" v="125" actId="27636"/>
          <ac:spMkLst>
            <pc:docMk/>
            <pc:sldMk cId="126642496" sldId="258"/>
            <ac:spMk id="3" creationId="{0A389BF1-3602-44FD-B803-B1254BCA7051}"/>
          </ac:spMkLst>
        </pc:spChg>
      </pc:sldChg>
      <pc:sldChg chg="modSp mod modNotesTx">
        <pc:chgData name="Jerrell Hawkins" userId="2b91d6878779dae4" providerId="LiveId" clId="{31B72B40-BADD-4D58-9B12-BD4E9B0D33E0}" dt="2026-08-12T19:22:30.909" v="166" actId="20577"/>
        <pc:sldMkLst>
          <pc:docMk/>
          <pc:sldMk cId="10329042" sldId="259"/>
        </pc:sldMkLst>
        <pc:spChg chg="mod">
          <ac:chgData name="Jerrell Hawkins" userId="2b91d6878779dae4" providerId="LiveId" clId="{31B72B40-BADD-4D58-9B12-BD4E9B0D33E0}" dt="2026-08-12T16:08:05.898" v="102" actId="20577"/>
          <ac:spMkLst>
            <pc:docMk/>
            <pc:sldMk cId="10329042" sldId="259"/>
            <ac:spMk id="3" creationId="{62F4E7C0-8319-4D12-9417-130DC5C8F2CB}"/>
          </ac:spMkLst>
        </pc:spChg>
      </pc:sldChg>
      <pc:sldChg chg="modSp mod modNotesTx">
        <pc:chgData name="Jerrell Hawkins" userId="2b91d6878779dae4" providerId="LiveId" clId="{31B72B40-BADD-4D58-9B12-BD4E9B0D33E0}" dt="2026-08-12T19:21:42.923" v="158" actId="20577"/>
        <pc:sldMkLst>
          <pc:docMk/>
          <pc:sldMk cId="1598509487" sldId="260"/>
        </pc:sldMkLst>
        <pc:spChg chg="mod">
          <ac:chgData name="Jerrell Hawkins" userId="2b91d6878779dae4" providerId="LiveId" clId="{31B72B40-BADD-4D58-9B12-BD4E9B0D33E0}" dt="2026-08-12T16:07:45.628" v="86" actId="20577"/>
          <ac:spMkLst>
            <pc:docMk/>
            <pc:sldMk cId="1598509487" sldId="260"/>
            <ac:spMk id="3" creationId="{BE2371F0-F081-4946-9D98-AF68A0C3AF45}"/>
          </ac:spMkLst>
        </pc:spChg>
        <pc:spChg chg="mod">
          <ac:chgData name="Jerrell Hawkins" userId="2b91d6878779dae4" providerId="LiveId" clId="{31B72B40-BADD-4D58-9B12-BD4E9B0D33E0}" dt="2026-08-12T19:16:21.510" v="145" actId="20577"/>
          <ac:spMkLst>
            <pc:docMk/>
            <pc:sldMk cId="1598509487" sldId="260"/>
            <ac:spMk id="9" creationId="{7CC5FFB6-455A-440F-8506-85928E94A2A5}"/>
          </ac:spMkLst>
        </pc:spChg>
      </pc:sldChg>
      <pc:sldChg chg="modSp mod modNotesTx">
        <pc:chgData name="Jerrell Hawkins" userId="2b91d6878779dae4" providerId="LiveId" clId="{31B72B40-BADD-4D58-9B12-BD4E9B0D33E0}" dt="2026-08-12T19:21:52.236" v="159" actId="20577"/>
        <pc:sldMkLst>
          <pc:docMk/>
          <pc:sldMk cId="1678011766" sldId="261"/>
        </pc:sldMkLst>
        <pc:spChg chg="mod">
          <ac:chgData name="Jerrell Hawkins" userId="2b91d6878779dae4" providerId="LiveId" clId="{31B72B40-BADD-4D58-9B12-BD4E9B0D33E0}" dt="2026-08-12T16:04:57.780" v="9" actId="20577"/>
          <ac:spMkLst>
            <pc:docMk/>
            <pc:sldMk cId="1678011766" sldId="261"/>
            <ac:spMk id="3" creationId="{1A48884B-BF8A-4927-A6E4-B7431F78C4B9}"/>
          </ac:spMkLst>
        </pc:spChg>
        <pc:spChg chg="mod">
          <ac:chgData name="Jerrell Hawkins" userId="2b91d6878779dae4" providerId="LiveId" clId="{31B72B40-BADD-4D58-9B12-BD4E9B0D33E0}" dt="2026-08-12T19:17:34.672" v="148" actId="27636"/>
          <ac:spMkLst>
            <pc:docMk/>
            <pc:sldMk cId="1678011766" sldId="261"/>
            <ac:spMk id="10" creationId="{1AB39CE4-BC0E-4308-8241-E73DF7D77E93}"/>
          </ac:spMkLst>
        </pc:spChg>
        <pc:spChg chg="mod">
          <ac:chgData name="Jerrell Hawkins" userId="2b91d6878779dae4" providerId="LiveId" clId="{31B72B40-BADD-4D58-9B12-BD4E9B0D33E0}" dt="2026-08-12T19:18:23.415" v="157" actId="20577"/>
          <ac:spMkLst>
            <pc:docMk/>
            <pc:sldMk cId="1678011766" sldId="261"/>
            <ac:spMk id="12" creationId="{B2FE934E-2EF3-4AFC-AB24-03433003E15F}"/>
          </ac:spMkLst>
        </pc:spChg>
      </pc:sldChg>
      <pc:sldChg chg="modSp mod modNotesTx">
        <pc:chgData name="Jerrell Hawkins" userId="2b91d6878779dae4" providerId="LiveId" clId="{31B72B40-BADD-4D58-9B12-BD4E9B0D33E0}" dt="2026-08-12T19:21:55.889" v="160" actId="20577"/>
        <pc:sldMkLst>
          <pc:docMk/>
          <pc:sldMk cId="21289844" sldId="262"/>
        </pc:sldMkLst>
        <pc:spChg chg="mod">
          <ac:chgData name="Jerrell Hawkins" userId="2b91d6878779dae4" providerId="LiveId" clId="{31B72B40-BADD-4D58-9B12-BD4E9B0D33E0}" dt="2026-08-12T16:07:13.848" v="61" actId="27636"/>
          <ac:spMkLst>
            <pc:docMk/>
            <pc:sldMk cId="21289844" sldId="262"/>
            <ac:spMk id="3" creationId="{774C15E3-A8A8-42BA-9DD7-E1EDF26C629A}"/>
          </ac:spMkLst>
        </pc:spChg>
      </pc:sldChg>
      <pc:sldChg chg="modSp mod modNotesTx">
        <pc:chgData name="Jerrell Hawkins" userId="2b91d6878779dae4" providerId="LiveId" clId="{31B72B40-BADD-4D58-9B12-BD4E9B0D33E0}" dt="2026-08-12T19:22:03.490" v="162" actId="20577"/>
        <pc:sldMkLst>
          <pc:docMk/>
          <pc:sldMk cId="99509697" sldId="263"/>
        </pc:sldMkLst>
        <pc:spChg chg="mod">
          <ac:chgData name="Jerrell Hawkins" userId="2b91d6878779dae4" providerId="LiveId" clId="{31B72B40-BADD-4D58-9B12-BD4E9B0D33E0}" dt="2026-08-12T16:06:38.188" v="46" actId="20577"/>
          <ac:spMkLst>
            <pc:docMk/>
            <pc:sldMk cId="99509697" sldId="263"/>
            <ac:spMk id="3" creationId="{D1C59436-392E-4A47-91F4-98764A87D947}"/>
          </ac:spMkLst>
        </pc:spChg>
      </pc:sldChg>
      <pc:sldChg chg="modSp mod modNotesTx">
        <pc:chgData name="Jerrell Hawkins" userId="2b91d6878779dae4" providerId="LiveId" clId="{31B72B40-BADD-4D58-9B12-BD4E9B0D33E0}" dt="2026-08-12T19:22:41.740" v="167" actId="20577"/>
        <pc:sldMkLst>
          <pc:docMk/>
          <pc:sldMk cId="843469677" sldId="264"/>
        </pc:sldMkLst>
        <pc:spChg chg="mod">
          <ac:chgData name="Jerrell Hawkins" userId="2b91d6878779dae4" providerId="LiveId" clId="{31B72B40-BADD-4D58-9B12-BD4E9B0D33E0}" dt="2026-08-12T16:05:58.471" v="33" actId="27636"/>
          <ac:spMkLst>
            <pc:docMk/>
            <pc:sldMk cId="843469677" sldId="264"/>
            <ac:spMk id="3" creationId="{BEE69AB5-3BE9-428F-8352-849960F2C67D}"/>
          </ac:spMkLst>
        </pc:spChg>
      </pc:sldChg>
      <pc:sldChg chg="modSp mod modNotesTx">
        <pc:chgData name="Jerrell Hawkins" userId="2b91d6878779dae4" providerId="LiveId" clId="{31B72B40-BADD-4D58-9B12-BD4E9B0D33E0}" dt="2026-08-12T19:22:44.287" v="168" actId="20577"/>
        <pc:sldMkLst>
          <pc:docMk/>
          <pc:sldMk cId="1278964982" sldId="265"/>
        </pc:sldMkLst>
        <pc:spChg chg="mod">
          <ac:chgData name="Jerrell Hawkins" userId="2b91d6878779dae4" providerId="LiveId" clId="{31B72B40-BADD-4D58-9B12-BD4E9B0D33E0}" dt="2026-08-12T16:05:44.085" v="24" actId="20577"/>
          <ac:spMkLst>
            <pc:docMk/>
            <pc:sldMk cId="1278964982" sldId="265"/>
            <ac:spMk id="3" creationId="{033DEA8D-F21B-41E3-BEBA-704A1593819E}"/>
          </ac:spMkLst>
        </pc:spChg>
      </pc:sldChg>
      <pc:sldChg chg="modSp mod modNotesTx">
        <pc:chgData name="Jerrell Hawkins" userId="2b91d6878779dae4" providerId="LiveId" clId="{31B72B40-BADD-4D58-9B12-BD4E9B0D33E0}" dt="2026-08-12T19:22:48.892" v="169" actId="20577"/>
        <pc:sldMkLst>
          <pc:docMk/>
          <pc:sldMk cId="46730745" sldId="266"/>
        </pc:sldMkLst>
        <pc:spChg chg="mod">
          <ac:chgData name="Jerrell Hawkins" userId="2b91d6878779dae4" providerId="LiveId" clId="{31B72B40-BADD-4D58-9B12-BD4E9B0D33E0}" dt="2026-08-12T16:05:24.128" v="11" actId="20577"/>
          <ac:spMkLst>
            <pc:docMk/>
            <pc:sldMk cId="46730745" sldId="266"/>
            <ac:spMk id="3" creationId="{22604355-731B-48D8-A8E8-BE5E43398349}"/>
          </ac:spMkLst>
        </pc:spChg>
      </pc:sldChg>
      <pc:sldChg chg="modSp mod modNotesTx">
        <pc:chgData name="Jerrell Hawkins" userId="2b91d6878779dae4" providerId="LiveId" clId="{31B72B40-BADD-4D58-9B12-BD4E9B0D33E0}" dt="2026-08-12T19:25:58.616" v="182" actId="20577"/>
        <pc:sldMkLst>
          <pc:docMk/>
          <pc:sldMk cId="912862960" sldId="267"/>
        </pc:sldMkLst>
        <pc:spChg chg="mod">
          <ac:chgData name="Jerrell Hawkins" userId="2b91d6878779dae4" providerId="LiveId" clId="{31B72B40-BADD-4D58-9B12-BD4E9B0D33E0}" dt="2026-08-12T19:25:58.616" v="182" actId="20577"/>
          <ac:spMkLst>
            <pc:docMk/>
            <pc:sldMk cId="912862960" sldId="267"/>
            <ac:spMk id="2" creationId="{B4C7D457-965C-4AD3-A47D-9C5976903F19}"/>
          </ac:spMkLst>
        </pc:spChg>
        <pc:spChg chg="mod">
          <ac:chgData name="Jerrell Hawkins" userId="2b91d6878779dae4" providerId="LiveId" clId="{31B72B40-BADD-4D58-9B12-BD4E9B0D33E0}" dt="2026-08-12T19:25:34.110" v="179" actId="20577"/>
          <ac:spMkLst>
            <pc:docMk/>
            <pc:sldMk cId="912862960" sldId="267"/>
            <ac:spMk id="3" creationId="{91865D07-4369-42FC-B77E-B875A835EE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20312E4-C296-468A-9B12-8538891BCA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98379-A36A-4057-8270-239CE30609A1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IT PORTFOLIO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4DC307-D667-42B6-BA7C-3B189161BC24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5143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99"/>
          </a:bodyPr>
          <a:lstStyle/>
          <a:p>
            <a:pPr algn="l">
              <a:lnSpc>
                <a:spcPct val="95000"/>
              </a:lnSpc>
              <a:buNone/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Active Directory</a:t>
            </a:r>
          </a:p>
          <a:p>
            <a:pPr algn="l">
              <a:lnSpc>
                <a:spcPct val="95000"/>
              </a:lnSpc>
              <a:buNone/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Administration Home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C0549-C33C-40B7-A6CE-EC0A2FD68168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Guided TryHackMe virtual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11EE04-8663-4378-BA38-FF4898B2B43D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Jerrell Hawkins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F069E-F011-40EA-BA64-CB60E5EAD4DA}"/>
              </a:ext>
            </a:extLst>
          </p:cNvPr>
          <p:cNvSpPr>
            <a:spLocks noGrp="1"/>
          </p:cNvSpPr>
          <p:nvPr/>
        </p:nvSpPr>
        <p:spPr>
          <a:xfrm>
            <a:off x="552450" y="49530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Windows Server | AD DS | Group Policy | PowerShell | RDP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F55323-330B-408A-BEE5-09F455EE35E3}"/>
              </a:ext>
            </a:extLst>
          </p:cNvPr>
          <p:cNvSpPr>
            <a:spLocks noGrp="1"/>
          </p:cNvSpPr>
          <p:nvPr/>
        </p:nvSpPr>
        <p:spPr>
          <a:xfrm>
            <a:off x="6172200" y="1028700"/>
            <a:ext cx="5467350" cy="321945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29350" y="1598443"/>
            <a:ext cx="5353050" cy="20799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282FBF-3EE2-4A91-B6D5-E991F24D8C6D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546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Lab objective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D3197-0536-4191-8FB4-9D202DA836F7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54673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Practice Active Directory domains, OU</a:t>
            </a:r>
            <a:r>
              <a:rPr lang="en-US" sz="16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’s</a:t>
            </a:r>
            <a:r>
              <a:rPr sz="16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and user administration, delegated access, Group Policy, and remote validation.</a:t>
            </a:r>
          </a:p>
        </p:txBody>
      </p:sp>
    </p:spTree>
    <p:extLst>
      <p:ext uri="{BB962C8B-B14F-4D97-AF65-F5344CB8AC3E}">
        <p14:creationId xmlns:p14="http://schemas.microsoft.com/office/powerpoint/2010/main" val="1240410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77CF8DE-DF9D-4C63-9B5E-F7410451E3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3FD860-A021-4AD3-9ED0-CC553EF6B8D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5F0B2F66-3CD9-4976-ACF2-2406FEC583EC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651" lnSpcReduction="1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ab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imulated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ore Tier 1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omain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dministration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4FD1AB-81B0-47DF-8AC7-8FB3F35980DF}"/>
              </a:ext>
            </a:extLst>
          </p:cNvPr>
          <p:cNvSpPr>
            <a:spLocks noGrp="1"/>
          </p:cNvSpPr>
          <p:nvPr/>
        </p:nvSpPr>
        <p:spPr>
          <a:xfrm>
            <a:off x="514350" y="1082802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402FD-8B2D-44CA-8A50-B3C2E05A7B7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A9580-50A6-4FCC-815A-F3EB09C002E4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15460-6CB0-4427-AC48-9BC85719B413}"/>
              </a:ext>
            </a:extLst>
          </p:cNvPr>
          <p:cNvSpPr>
            <a:spLocks noGrp="1"/>
          </p:cNvSpPr>
          <p:nvPr/>
        </p:nvSpPr>
        <p:spPr>
          <a:xfrm>
            <a:off x="514350" y="22098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Windows Server domain inside a guided TryHackMe virtual machine; administration performed through Microsoft management consoles, RDP, and PowerShell.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50E99-483A-451D-97D0-F35F1B4CF78C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504825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BED188-E2F4-447D-A52C-2DCBCFCFC066}"/>
              </a:ext>
            </a:extLst>
          </p:cNvPr>
          <p:cNvSpPr>
            <a:spLocks noGrp="1"/>
          </p:cNvSpPr>
          <p:nvPr/>
        </p:nvSpPr>
        <p:spPr>
          <a:xfrm>
            <a:off x="6076950" y="16954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Directory operations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9F943-A18F-4C30-8662-9EAE48DD40DA}"/>
              </a:ext>
            </a:extLst>
          </p:cNvPr>
          <p:cNvSpPr>
            <a:spLocks noGrp="1"/>
          </p:cNvSpPr>
          <p:nvPr/>
        </p:nvSpPr>
        <p:spPr>
          <a:xfrm>
            <a:off x="6076950" y="22098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Created an OU, aligned users to department OUs, and removed an obsolete OU after intentionally disabling deletion protection.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CB17B-6345-4DF9-86E2-170BDA9C0B2E}"/>
              </a:ext>
            </a:extLst>
          </p:cNvPr>
          <p:cNvSpPr>
            <a:spLocks noGrp="1"/>
          </p:cNvSpPr>
          <p:nvPr/>
        </p:nvSpPr>
        <p:spPr>
          <a:xfrm>
            <a:off x="6076950" y="3638550"/>
            <a:ext cx="504825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A3C1C-2003-4483-B39E-1027F1336696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228ED-1BF8-4837-A983-955623A97908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Delegated only the Sales password-reset task to Phillip instead of granting broad administrative membership.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E72306-5888-41AE-9976-25EB42EACDF6}"/>
              </a:ext>
            </a:extLst>
          </p:cNvPr>
          <p:cNvSpPr>
            <a:spLocks noGrp="1"/>
          </p:cNvSpPr>
          <p:nvPr/>
        </p:nvSpPr>
        <p:spPr>
          <a:xfrm>
            <a:off x="514350" y="5886450"/>
            <a:ext cx="504825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3831A-90A5-4959-9612-563ED53EE34D}"/>
              </a:ext>
            </a:extLst>
          </p:cNvPr>
          <p:cNvSpPr>
            <a:spLocks noGrp="1"/>
          </p:cNvSpPr>
          <p:nvPr/>
        </p:nvSpPr>
        <p:spPr>
          <a:xfrm>
            <a:off x="6076950" y="39433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Policy and 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2AA66-264D-41A6-A766-2C2BAB6D776C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Configured password and workstation controls, linked GPOs at the correct scope, and tested the result from a standard user's session.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C50F7-EE87-42B0-9E0E-9B3C9C9EDC16}"/>
              </a:ext>
            </a:extLst>
          </p:cNvPr>
          <p:cNvSpPr>
            <a:spLocks noGrp="1"/>
          </p:cNvSpPr>
          <p:nvPr/>
        </p:nvSpPr>
        <p:spPr>
          <a:xfrm>
            <a:off x="6076950" y="5886450"/>
            <a:ext cx="504825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561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E1F121-9AF1-43A2-8B96-E1E0282638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4BF432-E6B6-498E-89F2-72BA21BDF5D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OU DESIGN AND USER MANAGEMENT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0A389BF1-3602-44FD-B803-B1254BCA705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876" lnSpcReduction="2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ebuilt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irectory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tructure to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atch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usiness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82F89-E715-4E8C-9454-4D5516D56498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0DFF6-82E2-4CBB-905B-BE3943DCA55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4CE38-AA65-4EFB-A96A-A19E02DE2813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372100" cy="266700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672824"/>
            <a:ext cx="5257800" cy="24455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4C70E9-CA87-4C33-955A-379E356D9897}"/>
              </a:ext>
            </a:extLst>
          </p:cNvPr>
          <p:cNvSpPr>
            <a:spLocks noGrp="1"/>
          </p:cNvSpPr>
          <p:nvPr/>
        </p:nvSpPr>
        <p:spPr>
          <a:xfrm>
            <a:off x="6229350" y="1562100"/>
            <a:ext cx="5334000" cy="266700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1623158"/>
            <a:ext cx="5219700" cy="25448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186042-4C8A-4140-B31B-5141850A33C8}"/>
              </a:ext>
            </a:extLst>
          </p:cNvPr>
          <p:cNvSpPr>
            <a:spLocks noGrp="1"/>
          </p:cNvSpPr>
          <p:nvPr/>
        </p:nvSpPr>
        <p:spPr>
          <a:xfrm>
            <a:off x="514350" y="44386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65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Created the Students 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6B03C-30A5-4EE6-A405-025D3F5F9EF4}"/>
              </a:ext>
            </a:extLst>
          </p:cNvPr>
          <p:cNvSpPr>
            <a:spLocks noGrp="1"/>
          </p:cNvSpPr>
          <p:nvPr/>
        </p:nvSpPr>
        <p:spPr>
          <a:xfrm>
            <a:off x="514350" y="4857750"/>
            <a:ext cx="5334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 Active Directory Users and Computers (ADUC), I right-clicked the domain container, selected New &gt; Organizational Unit, entered Students, and kept accidental-deletion protection enabled.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E5D40-27A0-4298-8C5A-A314EEB846C1}"/>
              </a:ext>
            </a:extLst>
          </p:cNvPr>
          <p:cNvSpPr>
            <a:spLocks noGrp="1"/>
          </p:cNvSpPr>
          <p:nvPr/>
        </p:nvSpPr>
        <p:spPr>
          <a:xfrm>
            <a:off x="6229350" y="44386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65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Aligned objects to the target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CBAD83-70DD-41C7-B53F-797D5C1811A9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5334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 used the organizational chart as the desired state, reviewed existing OUs and user accounts, and reorganized or removed objects so Management, Marketing, Sales, and IT matched their assigned roles.</a:t>
            </a:r>
          </a:p>
        </p:txBody>
      </p:sp>
    </p:spTree>
    <p:extLst>
      <p:ext uri="{BB962C8B-B14F-4D97-AF65-F5344CB8AC3E}">
        <p14:creationId xmlns:p14="http://schemas.microsoft.com/office/powerpoint/2010/main" val="12664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FCD73E-EB68-4A37-A4E2-EBA8E334D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7F2D34-EF89-43A4-B0BD-BA8B51F81BC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OU LIFECYCLE MANAGEMENT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62F4E7C0-8319-4D12-9417-130DC5C8F2CB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936" lnSpcReduction="2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emoved an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bsolete OU only after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isabling its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afety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B5561-36E4-4203-8F28-C9C75837C29A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4730B-4D38-4D25-B56A-7F9427598A4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6473A-0860-4890-B5FE-DFBD15FE2621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7086600" cy="432435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180356"/>
            <a:ext cx="6972300" cy="30878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67927F-AF63-42C2-B781-715BBE353107}"/>
              </a:ext>
            </a:extLst>
          </p:cNvPr>
          <p:cNvSpPr>
            <a:spLocks noGrp="1"/>
          </p:cNvSpPr>
          <p:nvPr/>
        </p:nvSpPr>
        <p:spPr>
          <a:xfrm>
            <a:off x="8001000" y="16954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AD22D6-A358-4968-891B-9CAB6FC0C46E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3238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Enabled View &gt; Advanced Features in ADUC.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Opened the R&amp;D OU's Properties and selected the Object tab.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Cleared Protect object from accidental deletion.</a:t>
            </a:r>
          </a:p>
          <a:p>
            <a:pPr algn="l">
              <a:lnSpc>
                <a:spcPct val="108000"/>
              </a:lnSpc>
              <a:spcAft>
                <a:spcPts val="11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Deleted the obsolete OU because it was not part of the approved target structure.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84D7B-2AB5-4318-961B-DDD1326E95C9}"/>
              </a:ext>
            </a:extLst>
          </p:cNvPr>
          <p:cNvSpPr>
            <a:spLocks noGrp="1"/>
          </p:cNvSpPr>
          <p:nvPr/>
        </p:nvSpPr>
        <p:spPr>
          <a:xfrm>
            <a:off x="8001000" y="4953000"/>
            <a:ext cx="66675" cy="1066800"/>
          </a:xfrm>
          <a:prstGeom prst="rect">
            <a:avLst/>
          </a:prstGeom>
          <a:solidFill>
            <a:srgbClr val="B76800"/>
          </a:solidFill>
          <a:ln w="0">
            <a:solidFill>
              <a:srgbClr val="B7680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BB81AB-E7F9-4A67-9FC1-A655A62ED754}"/>
              </a:ext>
            </a:extLst>
          </p:cNvPr>
          <p:cNvSpPr>
            <a:spLocks noGrp="1"/>
          </p:cNvSpPr>
          <p:nvPr/>
        </p:nvSpPr>
        <p:spPr>
          <a:xfrm>
            <a:off x="8191500" y="50292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76800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B76800"/>
                </a:solidFill>
                <a:latin typeface="Arial"/>
                <a:ea typeface="Arial"/>
                <a:cs typeface="Arial"/>
              </a:rPr>
              <a:t>Technical correction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96E66F-B01F-4F06-B4C4-8F5C7EE2ED99}"/>
              </a:ext>
            </a:extLst>
          </p:cNvPr>
          <p:cNvSpPr>
            <a:spLocks noGrp="1"/>
          </p:cNvSpPr>
          <p:nvPr/>
        </p:nvSpPr>
        <p:spPr>
          <a:xfrm>
            <a:off x="8191500" y="53530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936"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 action removed a deletion-protection flag. It did not grant the administrator new privileges.</a:t>
            </a:r>
          </a:p>
        </p:txBody>
      </p:sp>
    </p:spTree>
    <p:extLst>
      <p:ext uri="{BB962C8B-B14F-4D97-AF65-F5344CB8AC3E}">
        <p14:creationId xmlns:p14="http://schemas.microsoft.com/office/powerpoint/2010/main" val="1032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ADD573-95AB-41DB-A7B1-2E9D960862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E2D181-D2C6-4C89-9E58-1DC09123AE1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LEAST-PRIVILEGE DELEGATION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BE2371F0-F081-4946-9D98-AF68A0C3AF4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886" lnSpcReduction="2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elegated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assword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esets without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ranting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road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dmin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0B62F-ACBB-4B66-BDB7-0476ACC3AA8F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5E5E4-94FC-4272-8F96-B73749D4807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966B2-1AEB-4A27-9274-4460245A63B0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7239000" cy="424815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036106"/>
            <a:ext cx="7124700" cy="33001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472B24-AD7C-4D34-80DC-C86BC636C048}"/>
              </a:ext>
            </a:extLst>
          </p:cNvPr>
          <p:cNvSpPr>
            <a:spLocks noGrp="1"/>
          </p:cNvSpPr>
          <p:nvPr/>
        </p:nvSpPr>
        <p:spPr>
          <a:xfrm>
            <a:off x="8115300" y="16954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Delegation path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5FFB6-455A-440F-8506-85928E94A2A5}"/>
              </a:ext>
            </a:extLst>
          </p:cNvPr>
          <p:cNvSpPr>
            <a:spLocks noGrp="1"/>
          </p:cNvSpPr>
          <p:nvPr/>
        </p:nvSpPr>
        <p:spPr>
          <a:xfrm>
            <a:off x="8115300" y="2209800"/>
            <a:ext cx="31432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Right-clicked the Sales OU and opened Delegate Control.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Added THM\</a:t>
            </a:r>
            <a:r>
              <a:rPr sz="1575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phillip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and confirmed the account name.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Selected Reset user passwords and force password change at next log</a:t>
            </a:r>
            <a:r>
              <a:rPr lang="en-US"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Completed the wizard and scoped the permission to the Sales OU.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83699-BA7B-46A5-83A7-977994B63702}"/>
              </a:ext>
            </a:extLst>
          </p:cNvPr>
          <p:cNvSpPr>
            <a:spLocks noGrp="1"/>
          </p:cNvSpPr>
          <p:nvPr/>
        </p:nvSpPr>
        <p:spPr>
          <a:xfrm>
            <a:off x="8115300" y="5010150"/>
            <a:ext cx="66675" cy="9906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4C3612-A18E-4A7D-BC39-6C12E3164743}"/>
              </a:ext>
            </a:extLst>
          </p:cNvPr>
          <p:cNvSpPr>
            <a:spLocks noGrp="1"/>
          </p:cNvSpPr>
          <p:nvPr/>
        </p:nvSpPr>
        <p:spPr>
          <a:xfrm>
            <a:off x="8305800" y="5086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8A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8A5B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48160-16B5-4FAB-A239-C763ECD99A4E}"/>
              </a:ext>
            </a:extLst>
          </p:cNvPr>
          <p:cNvSpPr>
            <a:spLocks noGrp="1"/>
          </p:cNvSpPr>
          <p:nvPr/>
        </p:nvSpPr>
        <p:spPr>
          <a:xfrm>
            <a:off x="8305800" y="54102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6138"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Phillip received one support capability for one department - a practical example of least privilege.</a:t>
            </a:r>
          </a:p>
        </p:txBody>
      </p:sp>
    </p:spTree>
    <p:extLst>
      <p:ext uri="{BB962C8B-B14F-4D97-AF65-F5344CB8AC3E}">
        <p14:creationId xmlns:p14="http://schemas.microsoft.com/office/powerpoint/2010/main" val="159850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2BE071-B9CF-448C-B295-BBB45684E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5F724-6EFB-408A-9CB4-C57BE844331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RDP AND POWERSHELL ACCOUNT SUPPORT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1A48884B-BF8A-4927-A6E4-B7431F78C4B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orrected a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ailed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elegated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assword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F1F1B-F25A-4FF4-A51E-3B80CAC91859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EFA43-1648-419C-88A3-FD785C965A6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8AF09-8D07-4A94-9BBD-B88E126EC037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7239000" cy="361950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638090"/>
            <a:ext cx="7124700" cy="33151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1071B1-5D2A-4C76-BDE1-9AF4E2F73F8B}"/>
              </a:ext>
            </a:extLst>
          </p:cNvPr>
          <p:cNvSpPr>
            <a:spLocks noGrp="1"/>
          </p:cNvSpPr>
          <p:nvPr/>
        </p:nvSpPr>
        <p:spPr>
          <a:xfrm>
            <a:off x="514350" y="5257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Commands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E47F8-A091-4DA9-B026-311CC66EBECE}"/>
              </a:ext>
            </a:extLst>
          </p:cNvPr>
          <p:cNvSpPr>
            <a:spLocks noGrp="1"/>
          </p:cNvSpPr>
          <p:nvPr/>
        </p:nvSpPr>
        <p:spPr>
          <a:xfrm>
            <a:off x="514350" y="5600700"/>
            <a:ext cx="7239000" cy="8382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B39CE4-BC0E-4308-8241-E73DF7D77E93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6972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Set-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ADAccountPassword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sophie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-Reset -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NewPassword</a:t>
            </a:r>
            <a:endParaRPr sz="1350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(Read-Host -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AsSecureString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-Prompt 'New Password') </a:t>
            </a:r>
            <a:r>
              <a:rPr lang="en-US"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Verbose</a:t>
            </a:r>
            <a:endParaRPr lang="en-US" sz="1350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350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Set-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ADUser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-Identity 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sophie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-</a:t>
            </a:r>
            <a:r>
              <a:rPr sz="1350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ChangePasswordAtLogon</a:t>
            </a:r>
            <a:r>
              <a:rPr sz="1350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$true -Verbose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3EB058-701D-4780-AF43-03F8508136E0}"/>
              </a:ext>
            </a:extLst>
          </p:cNvPr>
          <p:cNvSpPr>
            <a:spLocks noGrp="1"/>
          </p:cNvSpPr>
          <p:nvPr/>
        </p:nvSpPr>
        <p:spPr>
          <a:xfrm>
            <a:off x="8096250" y="16192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30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What the evidence shows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FE934E-2EF3-4AFC-AB24-03433003E15F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314325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Connected over RDP as THM\</a:t>
            </a:r>
            <a:r>
              <a:rPr sz="1575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phillip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and imported the </a:t>
            </a:r>
            <a:r>
              <a:rPr sz="1575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ActiveDirectory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module.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The first password was rejected because it did not meet domain policy.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Retried with </a:t>
            </a:r>
            <a:r>
              <a:rPr lang="en-US"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another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password; the reset succeeded.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Used a separate Set-</a:t>
            </a:r>
            <a:r>
              <a:rPr sz="1575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ADUser</a:t>
            </a:r>
            <a:r>
              <a:rPr sz="15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command to require a password change at Sophie's next logon.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FFF9D-D684-4AD7-A224-4B8BC0200F0C}"/>
              </a:ext>
            </a:extLst>
          </p:cNvPr>
          <p:cNvSpPr>
            <a:spLocks noGrp="1"/>
          </p:cNvSpPr>
          <p:nvPr/>
        </p:nvSpPr>
        <p:spPr>
          <a:xfrm>
            <a:off x="8096250" y="5486400"/>
            <a:ext cx="66675" cy="9525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6D4AE6-28FD-4361-B9E9-403914F92152}"/>
              </a:ext>
            </a:extLst>
          </p:cNvPr>
          <p:cNvSpPr>
            <a:spLocks noGrp="1"/>
          </p:cNvSpPr>
          <p:nvPr/>
        </p:nvSpPr>
        <p:spPr>
          <a:xfrm>
            <a:off x="8286750" y="5562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8A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8A5B"/>
                </a:solidFill>
                <a:latin typeface="Arial"/>
                <a:ea typeface="Arial"/>
                <a:cs typeface="Arial"/>
              </a:rPr>
              <a:t>Support skill demonstrated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55FAD-83A8-4DE0-A589-29632001FA50}"/>
              </a:ext>
            </a:extLst>
          </p:cNvPr>
          <p:cNvSpPr>
            <a:spLocks noGrp="1"/>
          </p:cNvSpPr>
          <p:nvPr/>
        </p:nvSpPr>
        <p:spPr>
          <a:xfrm>
            <a:off x="8286750" y="58864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3588"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 the error, corrected the input, retried safely, and verified verbose success output.</a:t>
            </a:r>
          </a:p>
        </p:txBody>
      </p:sp>
    </p:spTree>
    <p:extLst>
      <p:ext uri="{BB962C8B-B14F-4D97-AF65-F5344CB8AC3E}">
        <p14:creationId xmlns:p14="http://schemas.microsoft.com/office/powerpoint/2010/main" val="167801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88DAE6-3F7A-4DA6-9618-AB0A4C1FC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9BD130-E57D-4AAE-9D41-8044C8766F7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DOMAIN PASSWORD POLICY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774C15E3-A8A8-42BA-9DD7-E1EDF26C629A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011" lnSpcReduction="2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trengthened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omain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assword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aseline to 10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haracters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2988AB-BAD0-463F-A8E6-34E4DA835B05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B5C3E-2252-428D-8F19-72955BEC977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131631-C706-4449-81A4-9FEE10EB5B00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5334000" cy="476250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558" y="1562100"/>
            <a:ext cx="4697583" cy="4648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A13E30-1E87-4F2F-A008-A5130966F145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68CA06-793E-4183-A451-9E0ACBFCC8B5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4953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2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Opened Group Policy Management and edited the Default Domain Policy.</a:t>
            </a:r>
          </a:p>
          <a:p>
            <a:pPr algn="l">
              <a:lnSpc>
                <a:spcPct val="108000"/>
              </a:lnSpc>
              <a:spcAft>
                <a:spcPts val="12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Navigated to Computer Configuration &gt; Policies &gt; Windows Settings &gt; Security Settings &gt; Account Policies &gt; Password Policy.</a:t>
            </a:r>
          </a:p>
          <a:p>
            <a:pPr algn="l">
              <a:lnSpc>
                <a:spcPct val="108000"/>
              </a:lnSpc>
              <a:spcAft>
                <a:spcPts val="12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Changed Minimum password length from 7 to 10 characters.</a:t>
            </a:r>
          </a:p>
          <a:p>
            <a:pPr algn="l">
              <a:lnSpc>
                <a:spcPct val="108000"/>
              </a:lnSpc>
              <a:spcAft>
                <a:spcPts val="12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Used the Explain tab to review the policy's behavior and requirements.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7C0A1A-0DE3-4581-A7EE-BAFF907613F7}"/>
              </a:ext>
            </a:extLst>
          </p:cNvPr>
          <p:cNvSpPr>
            <a:spLocks noGrp="1"/>
          </p:cNvSpPr>
          <p:nvPr/>
        </p:nvSpPr>
        <p:spPr>
          <a:xfrm>
            <a:off x="6305550" y="5334000"/>
            <a:ext cx="66675" cy="9144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5AF84-8C21-4F43-BD05-BD47A2E54694}"/>
              </a:ext>
            </a:extLst>
          </p:cNvPr>
          <p:cNvSpPr>
            <a:spLocks noGrp="1"/>
          </p:cNvSpPr>
          <p:nvPr/>
        </p:nvSpPr>
        <p:spPr>
          <a:xfrm>
            <a:off x="6496050" y="5410200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Scope awareness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62B2C-5582-4C9C-977A-A67DA68EECEE}"/>
              </a:ext>
            </a:extLst>
          </p:cNvPr>
          <p:cNvSpPr>
            <a:spLocks noGrp="1"/>
          </p:cNvSpPr>
          <p:nvPr/>
        </p:nvSpPr>
        <p:spPr>
          <a:xfrm>
            <a:off x="6496050" y="5734050"/>
            <a:ext cx="466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509"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Domain password policy is configured at the domain level, so this setting establishes the minimum for domain accounts.</a:t>
            </a:r>
          </a:p>
        </p:txBody>
      </p:sp>
    </p:spTree>
    <p:extLst>
      <p:ext uri="{BB962C8B-B14F-4D97-AF65-F5344CB8AC3E}">
        <p14:creationId xmlns:p14="http://schemas.microsoft.com/office/powerpoint/2010/main" val="2128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52EDEB-EBFA-4AC5-9617-913B188B2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668FF5-3321-4AF8-82EA-8221869630B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GROUP POLICY CONFIGURATION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D1C59436-392E-4A47-91F4-98764A87D947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128" lnSpcReduction="2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inked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orkstation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ontrols at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cope where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hey were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eeded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5F9D6-D659-4A66-B109-6B8AC35D3DA3}"/>
              </a:ext>
            </a:extLst>
          </p:cNvPr>
          <p:cNvSpPr>
            <a:spLocks noGrp="1"/>
          </p:cNvSpPr>
          <p:nvPr/>
        </p:nvSpPr>
        <p:spPr>
          <a:xfrm>
            <a:off x="514350" y="10096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EC62D-BBBA-4F6B-B5CA-3F219DF6D34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823C1-06AC-4B13-B0D8-53628976064E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467350" cy="447675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803646"/>
            <a:ext cx="5353050" cy="39936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4233FD-6378-4DA4-B12F-2E953D90A2CE}"/>
              </a:ext>
            </a:extLst>
          </p:cNvPr>
          <p:cNvSpPr>
            <a:spLocks noGrp="1"/>
          </p:cNvSpPr>
          <p:nvPr/>
        </p:nvSpPr>
        <p:spPr>
          <a:xfrm>
            <a:off x="6419850" y="16573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Restrict Control Panel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49EFF6-000B-4073-84CD-A97FB4DF2343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9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Created a dedicated GPO and enabled Prohibit access to Control Panel and PC settings under User Configuration.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Linked the GPO to the Management, Marketing, and Sales OUs.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E4592-2FFB-4C7C-BB37-1E87D1515388}"/>
              </a:ext>
            </a:extLst>
          </p:cNvPr>
          <p:cNvSpPr>
            <a:spLocks noGrp="1"/>
          </p:cNvSpPr>
          <p:nvPr/>
        </p:nvSpPr>
        <p:spPr>
          <a:xfrm>
            <a:off x="6419850" y="3771900"/>
            <a:ext cx="4762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193E42-841A-466A-AAC9-7E09EC510B4A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Auto Lock Screen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081BC3-96CB-474F-AA72-9BDAB6DB7C7B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9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Created a second GPO with a five-minute machine inactivity limit.</a:t>
            </a:r>
          </a:p>
          <a:p>
            <a:pPr algn="l">
              <a:lnSpc>
                <a:spcPct val="108000"/>
              </a:lnSpc>
              <a:spcAft>
                <a:spcPts val="9"/>
              </a:spcAft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Linked it at the root domain so the workstation-lock setting could apply domain-wide.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E13480-6F24-4E5D-9102-B0BCFF1DFF2A}"/>
              </a:ext>
            </a:extLst>
          </p:cNvPr>
          <p:cNvSpPr>
            <a:spLocks noGrp="1"/>
          </p:cNvSpPr>
          <p:nvPr/>
        </p:nvSpPr>
        <p:spPr>
          <a:xfrm>
            <a:off x="6419850" y="59626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Technical wording: dragging a GPO to an OU creates a link; it does not merge the GPO with the OU.</a:t>
            </a:r>
          </a:p>
        </p:txBody>
      </p:sp>
    </p:spTree>
    <p:extLst>
      <p:ext uri="{BB962C8B-B14F-4D97-AF65-F5344CB8AC3E}">
        <p14:creationId xmlns:p14="http://schemas.microsoft.com/office/powerpoint/2010/main" val="99509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7D4B945-BF2B-415F-8738-E0E2BD3DCA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A1170-6769-4A70-AAB2-7E192520B86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VALIDATION AND EVIDENCE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BEE69AB5-3BE9-428F-8352-849960F2C67D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01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RDP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esting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onfirmed the Control Panel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estriction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87E91-8E90-40F8-AF95-2730B92CD52A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4104F-7B8A-4F43-B342-4210E16A59B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55432-B84C-45EE-AFA3-84284890ACDE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5219700" cy="4819650"/>
          </a:xfrm>
          <a:prstGeom prst="rect">
            <a:avLst/>
          </a:prstGeom>
          <a:solidFill>
            <a:srgbClr val="F7F9FB"/>
          </a:solidFill>
          <a:ln w="9525">
            <a:solidFill>
              <a:srgbClr val="B8C0CC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7919" y="1562100"/>
            <a:ext cx="4072562" cy="4705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1AB711-423B-4F3A-82C4-96FE8EAD18D7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Test 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FA4B7-0F26-49D8-815C-721E51FA5AFD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49530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4"/>
              </a:spcAft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Connected to the Windows host with Remote Desktop as Mark, a user in the Marketing OU.</a:t>
            </a:r>
          </a:p>
          <a:p>
            <a:pPr algn="l">
              <a:lnSpc>
                <a:spcPct val="108000"/>
              </a:lnSpc>
              <a:spcAft>
                <a:spcPts val="14"/>
              </a:spcAft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Attempted to open Control Panel from the user session.</a:t>
            </a:r>
          </a:p>
          <a:p>
            <a:pPr algn="l">
              <a:lnSpc>
                <a:spcPct val="108000"/>
              </a:lnSpc>
              <a:spcAft>
                <a:spcPts val="14"/>
              </a:spcAft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Observed the system message that the operation was canceled because of restrictions.</a:t>
            </a:r>
          </a:p>
          <a:p>
            <a:pPr algn="l">
              <a:lnSpc>
                <a:spcPct val="108000"/>
              </a:lnSpc>
              <a:spcAft>
                <a:spcPts val="14"/>
              </a:spcAft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Confirmed the user-scoped GPO was applied to the intended department.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EA618-9BCF-47E4-ADE2-C0DED948C9A8}"/>
              </a:ext>
            </a:extLst>
          </p:cNvPr>
          <p:cNvSpPr>
            <a:spLocks noGrp="1"/>
          </p:cNvSpPr>
          <p:nvPr/>
        </p:nvSpPr>
        <p:spPr>
          <a:xfrm>
            <a:off x="6191250" y="5334000"/>
            <a:ext cx="66675" cy="990600"/>
          </a:xfrm>
          <a:prstGeom prst="rect">
            <a:avLst/>
          </a:prstGeom>
          <a:solidFill>
            <a:srgbClr val="1F8A5B"/>
          </a:solidFill>
          <a:ln w="0">
            <a:solidFill>
              <a:srgbClr val="1F8A5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A43AF9-8DAB-4C8E-9B3D-B000419ECA4A}"/>
              </a:ext>
            </a:extLst>
          </p:cNvPr>
          <p:cNvSpPr>
            <a:spLocks noGrp="1"/>
          </p:cNvSpPr>
          <p:nvPr/>
        </p:nvSpPr>
        <p:spPr>
          <a:xfrm>
            <a:off x="6381750" y="5410200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F8A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8A5B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4D2625-4148-4BF4-9957-7829E71A05DE}"/>
              </a:ext>
            </a:extLst>
          </p:cNvPr>
          <p:cNvSpPr>
            <a:spLocks noGrp="1"/>
          </p:cNvSpPr>
          <p:nvPr/>
        </p:nvSpPr>
        <p:spPr>
          <a:xfrm>
            <a:off x="6381750" y="5734050"/>
            <a:ext cx="466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45"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control moved from configuration to verified behavior - the key difference between making a change and proving it worked.</a:t>
            </a:r>
          </a:p>
        </p:txBody>
      </p:sp>
    </p:spTree>
    <p:extLst>
      <p:ext uri="{BB962C8B-B14F-4D97-AF65-F5344CB8AC3E}">
        <p14:creationId xmlns:p14="http://schemas.microsoft.com/office/powerpoint/2010/main" val="84346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A6D0A4-1910-42A5-A637-D6C47707F0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2685A-3122-4350-8876-AB2316972BB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WORKFLOW SUMMARY</a:t>
            </a: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033DEA8D-F21B-41E3-BEBA-704A1593819E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526" lnSpcReduction="10000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roject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ollowed an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nd-to-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nd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dministration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F400E-FBEE-4E1D-BD52-429D515E6B49}"/>
              </a:ext>
            </a:extLst>
          </p:cNvPr>
          <p:cNvSpPr>
            <a:spLocks noGrp="1"/>
          </p:cNvSpPr>
          <p:nvPr/>
        </p:nvSpPr>
        <p:spPr>
          <a:xfrm>
            <a:off x="514350" y="1082802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127E7-7207-440B-BD47-E8AE7A64A60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48043-94FF-4D3B-B47E-631502AB1B39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02870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C695B8-BBF9-4D65-B2FA-CEEB0A2E3961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209550" cy="209550"/>
          </a:xfrm>
          <a:prstGeom prst="ellipse">
            <a:avLst/>
          </a:prstGeom>
          <a:solidFill>
            <a:srgbClr val="2F80E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4CC04C-93B4-4390-A562-849428C6BCDB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01  ORGANIZE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90B4C2-ADC7-4D34-BF49-6D1807DF0B3D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the directory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5E8391-FA8F-45A9-9CD6-76EA53E6F8F4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Created and aligned OUs and user accounts to the approved department structure.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5195FE-46EA-420D-8957-AEF448D7F40E}"/>
              </a:ext>
            </a:extLst>
          </p:cNvPr>
          <p:cNvSpPr>
            <a:spLocks noGrp="1"/>
          </p:cNvSpPr>
          <p:nvPr/>
        </p:nvSpPr>
        <p:spPr>
          <a:xfrm>
            <a:off x="4572000" y="3238500"/>
            <a:ext cx="209550" cy="209550"/>
          </a:xfrm>
          <a:prstGeom prst="ellipse">
            <a:avLst/>
          </a:prstGeom>
          <a:solidFill>
            <a:srgbClr val="2F80E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46ED2-742F-466D-8062-8C1E4D93576D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02 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FE0256-CD70-48EF-A335-61DD05631A78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Apply least privilege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716C59-0D57-4570-8B0F-9D5FABE308BC}"/>
              </a:ext>
            </a:extLst>
          </p:cNvPr>
          <p:cNvSpPr>
            <a:spLocks noGrp="1"/>
          </p:cNvSpPr>
          <p:nvPr/>
        </p:nvSpPr>
        <p:spPr>
          <a:xfrm>
            <a:off x="4572000" y="43243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Delegated password support and configured domain and workstation policies at the correct scope.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F89E76-9B78-4D00-A3E3-5F37C2CE2180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09550" cy="209550"/>
          </a:xfrm>
          <a:prstGeom prst="ellipse">
            <a:avLst/>
          </a:prstGeom>
          <a:solidFill>
            <a:srgbClr val="2F80ED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4544F9-36ED-45B8-9574-73B2763DB5A4}"/>
              </a:ext>
            </a:extLst>
          </p:cNvPr>
          <p:cNvSpPr>
            <a:spLocks noGrp="1"/>
          </p:cNvSpPr>
          <p:nvPr/>
        </p:nvSpPr>
        <p:spPr>
          <a:xfrm>
            <a:off x="8286750" y="2724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03  VERIFY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BF605A-5AE4-4C48-B4D9-DA69120E0701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 the outcome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95CE9-A7F2-4419-B69A-6CC8137E1197}"/>
              </a:ext>
            </a:extLst>
          </p:cNvPr>
          <p:cNvSpPr>
            <a:spLocks noGrp="1"/>
          </p:cNvSpPr>
          <p:nvPr/>
        </p:nvSpPr>
        <p:spPr>
          <a:xfrm>
            <a:off x="8286750" y="432435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Used PowerShell verbose output and an RDP user session to confirm the intended behavior.</a:t>
            </a:r>
          </a:p>
        </p:txBody>
      </p:sp>
    </p:spTree>
    <p:extLst>
      <p:ext uri="{BB962C8B-B14F-4D97-AF65-F5344CB8AC3E}">
        <p14:creationId xmlns:p14="http://schemas.microsoft.com/office/powerpoint/2010/main" val="127896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3B3CE6-2CE3-4C8F-9C1D-935C7CD96B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D6E482-8CF5-400A-8D23-42E386F14F8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SKILLS DEVELOPED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22604355-731B-48D8-A8E8-BE5E4339834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 learned from the </a:t>
            </a: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</a:t>
            </a:r>
            <a:r>
              <a:rPr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FFB65-FA86-41C8-BBB4-E0E150C22A3A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1711B-5087-485B-AC4E-ADFD049D45E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F2C39-A7C8-4FD5-B1CC-87676385EFCB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Directory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9BAC96-A92E-4FE6-A059-6F8CB69618CF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OUs provide an administrative and Group Policy boundary for organizing users by business role.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8D9660-3EE2-4A2C-BD3A-B377F5ECBB47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50AE3-50EC-4668-AE52-9ACB47887CEE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Least privilege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382E9-10E8-4B47-94F0-646D7CA1ED0E}"/>
              </a:ext>
            </a:extLst>
          </p:cNvPr>
          <p:cNvSpPr>
            <a:spLocks noGrp="1"/>
          </p:cNvSpPr>
          <p:nvPr/>
        </p:nvSpPr>
        <p:spPr>
          <a:xfrm>
            <a:off x="6229350" y="230505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the Delegation of Control Wizard can grant a narrowly scoped task without unnecessary administrative access.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7875E5-8815-4567-8FFD-84F4B5443D83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67F14-6AAD-46B4-AA30-9CA380A6DB2D}"/>
              </a:ext>
            </a:extLst>
          </p:cNvPr>
          <p:cNvSpPr>
            <a:spLocks noGrp="1"/>
          </p:cNvSpPr>
          <p:nvPr/>
        </p:nvSpPr>
        <p:spPr>
          <a:xfrm>
            <a:off x="514350" y="40576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PowerShell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822856-74FB-498D-BA92-5DB520562600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to reset an AD account securely, interpret policy errors, and require a password change at next sign-in.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A9C169-5806-42CF-993F-936EEA846CDB}"/>
              </a:ext>
            </a:extLst>
          </p:cNvPr>
          <p:cNvSpPr>
            <a:spLocks noGrp="1"/>
          </p:cNvSpPr>
          <p:nvPr/>
        </p:nvSpPr>
        <p:spPr>
          <a:xfrm>
            <a:off x="514350" y="5867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23EBA-D0F8-471F-85B4-A346230A8852}"/>
              </a:ext>
            </a:extLst>
          </p:cNvPr>
          <p:cNvSpPr>
            <a:spLocks noGrp="1"/>
          </p:cNvSpPr>
          <p:nvPr/>
        </p:nvSpPr>
        <p:spPr>
          <a:xfrm>
            <a:off x="6229350" y="405765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Policy lifecycle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874989-7B4A-4390-B641-E62C295C338C}"/>
              </a:ext>
            </a:extLst>
          </p:cNvPr>
          <p:cNvSpPr>
            <a:spLocks noGrp="1"/>
          </p:cNvSpPr>
          <p:nvPr/>
        </p:nvSpPr>
        <p:spPr>
          <a:xfrm>
            <a:off x="6229350" y="4610100"/>
            <a:ext cx="5143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How to configure, link, scope, and validate GPOs instead of assuming a saved setting is working.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129225-E729-4C8F-8A13-934B4C1B4E2B}"/>
              </a:ext>
            </a:extLst>
          </p:cNvPr>
          <p:cNvSpPr>
            <a:spLocks noGrp="1"/>
          </p:cNvSpPr>
          <p:nvPr/>
        </p:nvSpPr>
        <p:spPr>
          <a:xfrm>
            <a:off x="6229350" y="5867400"/>
            <a:ext cx="51435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73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81A6FB-51F0-417D-BDB8-26CB19909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 w="0">
            <a:solidFill>
              <a:srgbClr val="2F80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7D457-965C-4AD3-A47D-9C5976903F19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2F80ED"/>
                </a:solidFill>
                <a:latin typeface="Arial"/>
                <a:ea typeface="Arial"/>
                <a:cs typeface="Arial"/>
              </a:rPr>
              <a:t>End</a:t>
            </a:r>
            <a:endParaRPr sz="1200" b="1" dirty="0">
              <a:solidFill>
                <a:srgbClr val="2F80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91865D07-4369-42FC-B77E-B875A835EE57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Summary</a:t>
            </a:r>
            <a:endParaRPr sz="36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69A04-9B3D-49AF-997D-D99E699E2943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049000" cy="9525"/>
          </a:xfrm>
          <a:prstGeom prst="rect">
            <a:avLst/>
          </a:prstGeom>
          <a:solidFill>
            <a:srgbClr val="B8C0CC"/>
          </a:solidFill>
          <a:ln w="0">
            <a:solidFill>
              <a:srgbClr val="B8C0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8C450-F18D-4DF4-9674-7142B5CCA1C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D641D-6126-43B8-93F8-A7F3CC53CB2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Active Directory Administration Lab | TryHackMe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223E-CF82-4ECC-90B2-F523CD5E01B5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0477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20"/>
              </a:spcAft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Built and administered a Windows Server Active Directory lab, organizing users into role-based OUs and removing obsolete directory objects.</a:t>
            </a:r>
          </a:p>
          <a:p>
            <a:pPr algn="l">
              <a:lnSpc>
                <a:spcPct val="108000"/>
              </a:lnSpc>
              <a:spcAft>
                <a:spcPts val="20"/>
              </a:spcAft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Delegated password-reset permissions at the Sales OU level and used PowerShell over RDP to reset an account and require a password change at next sign-in.</a:t>
            </a:r>
          </a:p>
          <a:p>
            <a:pPr algn="l">
              <a:lnSpc>
                <a:spcPct val="108000"/>
              </a:lnSpc>
              <a:spcAft>
                <a:spcPts val="20"/>
              </a:spcAft>
              <a:buNone/>
              <a:defRPr sz="18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- Configured and linked GPOs for a 10-character minimum password length, department-level Control Panel restrictions, and automatic workstation lock after five minutes; validated policy enforcement through user testing.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C3D8D-DF87-4CA9-954D-ECEEF78151CA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477500" cy="685800"/>
          </a:xfrm>
          <a:prstGeom prst="rect">
            <a:avLst/>
          </a:prstGeom>
          <a:solidFill>
            <a:srgbClr val="DCEEFF"/>
          </a:solidFill>
          <a:ln w="9525">
            <a:solidFill>
              <a:srgbClr val="DCEE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48E7A6-34F5-4F98-A401-A7EA4DD05E60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69812"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Skills: Active Directory Domain Services, ADUC, Group Policy Management, PowerShell, RDP, OU administration, delegated permissions,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9128629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1137</Words>
  <Application>Microsoft Office PowerPoint</Application>
  <DocSecurity>0</DocSecurity>
  <PresentationFormat>Widescreen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Jerrell Hawkins</cp:lastModifiedBy>
  <cp:revision>1</cp:revision>
  <dcterms:created xsi:type="dcterms:W3CDTF">2026-08-12T15:50:04Z</dcterms:created>
  <dcterms:modified xsi:type="dcterms:W3CDTF">2026-08-12T19:26:09Z</dcterms:modified>
</cp:coreProperties>
</file>